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</p:embeddedFont>
    <p:embeddedFont>
      <p:font typeface="Roboto Slab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DBDA8-B08E-48AA-A53C-B9D9EED9362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9BD0A-310C-493B-8E3E-440448C4F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6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46e7295-c723-4664-8ea0-6b3a0869d3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068" y="457200"/>
            <a:ext cx="1823706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688403" y="2468880"/>
            <a:ext cx="105208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lang="en-US" dirty="0"/>
              <a:t>                                                                     </a:t>
            </a:r>
            <a:r>
              <a:rPr dirty="0"/>
              <a:t>GLA UNIVERSITY, MATHURA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1120" y="3138846"/>
            <a:ext cx="74039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rPr dirty="0"/>
              <a:t>Container Deployment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8960" y="4207052"/>
            <a:ext cx="111150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rPr lang="en-US" dirty="0"/>
              <a:t>       </a:t>
            </a:r>
            <a:r>
              <a:rPr lang="en-IN" dirty="0"/>
              <a:t>Submitted By (Section G):</a:t>
            </a:r>
            <a:br>
              <a:rPr lang="en-IN" dirty="0"/>
            </a:br>
            <a:r>
              <a:rPr lang="en-IN" dirty="0"/>
              <a:t>       Ankit Tyagi (2315000314)</a:t>
            </a:r>
            <a:br>
              <a:rPr lang="en-IN" dirty="0"/>
            </a:br>
            <a:r>
              <a:rPr lang="en-IN" dirty="0"/>
              <a:t>        Ankush Pathak (2315000324)</a:t>
            </a:r>
            <a:br>
              <a:rPr lang="en-IN" dirty="0"/>
            </a:br>
            <a:r>
              <a:rPr lang="en-IN" dirty="0"/>
              <a:t>         Anshul Sharma (2315000350)</a:t>
            </a:r>
            <a:br>
              <a:rPr lang="en-IN" dirty="0"/>
            </a:br>
            <a:r>
              <a:rPr lang="en-IN" dirty="0"/>
              <a:t>          </a:t>
            </a:r>
            <a:r>
              <a:rPr lang="en-IN" dirty="0" err="1"/>
              <a:t>Aonik</a:t>
            </a:r>
            <a:r>
              <a:rPr lang="en-IN" dirty="0"/>
              <a:t> Yadav (2315000403)</a:t>
            </a:r>
          </a:p>
          <a:p>
            <a:pPr algn="ctr">
              <a:defRPr sz="1600"/>
            </a:pPr>
            <a:r>
              <a:rPr lang="en-IN" dirty="0"/>
              <a:t>       Arjoo (2315000412)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Submitted To:</a:t>
            </a:r>
            <a:br>
              <a:rPr lang="en-IN" dirty="0"/>
            </a:br>
            <a:r>
              <a:rPr lang="en-IN" dirty="0"/>
              <a:t>Mr. Ayush Kumar</a:t>
            </a:r>
            <a:br>
              <a:rPr lang="en-IN" dirty="0"/>
            </a:br>
            <a:r>
              <a:rPr lang="en-IN" dirty="0"/>
              <a:t>Department of Computer Science and Engineering</a:t>
            </a:r>
            <a:br>
              <a:rPr lang="en-IN" dirty="0"/>
            </a:br>
            <a:r>
              <a:rPr lang="en-IN" dirty="0"/>
              <a:t>GLA University, Mathura</a:t>
            </a:r>
          </a:p>
          <a:p>
            <a:pPr algn="ctr">
              <a:defRPr sz="1600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Container Deployment Manager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009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sophisticated, multi-tenant container orchestration platform executing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zero-downtime blue-green deployments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role-based access control and live monitoring.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52467"/>
            <a:ext cx="1471613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520452"/>
            <a:ext cx="11994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78750" y="5444847"/>
            <a:ext cx="135028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66A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22458" y="5520452"/>
            <a:ext cx="10628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LICENSE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75072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2228" y="1519118"/>
            <a:ext cx="6549271" cy="1836896"/>
          </a:xfrm>
          <a:prstGeom prst="roundRect">
            <a:avLst>
              <a:gd name="adj" fmla="val 1592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33" y="1714024"/>
            <a:ext cx="584716" cy="5847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868" y="1874758"/>
            <a:ext cx="263128" cy="2631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7133" y="2466142"/>
            <a:ext cx="283666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Blue-Green Deployments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77133" y="2871192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Zero-downtime updates via smooth physical port swapping.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98901" y="1519118"/>
            <a:ext cx="6549271" cy="1836896"/>
          </a:xfrm>
          <a:prstGeom prst="roundRect">
            <a:avLst>
              <a:gd name="adj" fmla="val 1592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806" y="1714024"/>
            <a:ext cx="584716" cy="58471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4541" y="1874758"/>
            <a:ext cx="263128" cy="2631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93806" y="246614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Tenant Isolation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593806" y="2871192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orchestration domains per registered user.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82228" y="3523417"/>
            <a:ext cx="6549271" cy="2126813"/>
          </a:xfrm>
          <a:prstGeom prst="roundRect">
            <a:avLst>
              <a:gd name="adj" fmla="val 1375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33" y="3718322"/>
            <a:ext cx="584716" cy="58471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7868" y="3879056"/>
            <a:ext cx="263128" cy="2631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77133" y="4470440"/>
            <a:ext cx="250078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Control Center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77133" y="4875490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Top-level visibility over user fleets and cluster-wide metrics.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398901" y="3523417"/>
            <a:ext cx="6549271" cy="2126813"/>
          </a:xfrm>
          <a:prstGeom prst="roundRect">
            <a:avLst>
              <a:gd name="adj" fmla="val 1375"/>
            </a:avLst>
          </a:prstGeom>
          <a:solidFill>
            <a:srgbClr val="3F4652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3806" y="3718322"/>
            <a:ext cx="584716" cy="58471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4541" y="3879056"/>
            <a:ext cx="263128" cy="26312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93806" y="447044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Log Streams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7593806" y="4875490"/>
            <a:ext cx="615946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container logs streamed to the UI via Server-Sent Events (SSE).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82228" y="5817632"/>
            <a:ext cx="6549271" cy="1836896"/>
          </a:xfrm>
          <a:prstGeom prst="roundRect">
            <a:avLst>
              <a:gd name="adj" fmla="val 1592"/>
            </a:avLst>
          </a:prstGeom>
          <a:solidFill>
            <a:srgbClr val="3F4652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133" y="6012537"/>
            <a:ext cx="584716" cy="584716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7868" y="6173272"/>
            <a:ext cx="263128" cy="26312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77133" y="676465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Health Validations</a:t>
            </a:r>
            <a:endParaRPr lang="en-US" sz="1900" dirty="0"/>
          </a:p>
        </p:txBody>
      </p:sp>
      <p:sp>
        <p:nvSpPr>
          <p:cNvPr id="27" name="Text 15"/>
          <p:cNvSpPr/>
          <p:nvPr/>
        </p:nvSpPr>
        <p:spPr>
          <a:xfrm>
            <a:off x="877133" y="7169706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startup health-checks before traffic proxy rerouting.</a:t>
            </a:r>
            <a:endParaRPr lang="en-US" sz="1500" dirty="0"/>
          </a:p>
        </p:txBody>
      </p:sp>
      <p:sp>
        <p:nvSpPr>
          <p:cNvPr id="28" name="Shape 16"/>
          <p:cNvSpPr/>
          <p:nvPr/>
        </p:nvSpPr>
        <p:spPr>
          <a:xfrm>
            <a:off x="7398901" y="5817632"/>
            <a:ext cx="6549271" cy="1836896"/>
          </a:xfrm>
          <a:prstGeom prst="roundRect">
            <a:avLst>
              <a:gd name="adj" fmla="val 1592"/>
            </a:avLst>
          </a:prstGeom>
          <a:solidFill>
            <a:srgbClr val="3F4652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93806" y="6012537"/>
            <a:ext cx="584716" cy="584716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4541" y="6173272"/>
            <a:ext cx="263128" cy="26312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593806" y="676465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Auth</a:t>
            </a:r>
            <a:endParaRPr lang="en-US" sz="1900" dirty="0"/>
          </a:p>
        </p:txBody>
      </p:sp>
      <p:sp>
        <p:nvSpPr>
          <p:cNvPr id="32" name="Text 18"/>
          <p:cNvSpPr/>
          <p:nvPr/>
        </p:nvSpPr>
        <p:spPr>
          <a:xfrm>
            <a:off x="7593806" y="7169706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session management and bcrypt password hashing.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2846" y="515541"/>
            <a:ext cx="840105" cy="269319"/>
          </a:xfrm>
          <a:prstGeom prst="roundRect">
            <a:avLst>
              <a:gd name="adj" fmla="val 710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1908453" y="563285"/>
            <a:ext cx="6488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12846" y="829628"/>
            <a:ext cx="7551301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Command Center &amp; Deployment Console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46" y="1622227"/>
            <a:ext cx="7016710" cy="5647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12846" y="7395805"/>
            <a:ext cx="70167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Gateway — authenticate to access your deployments.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72" y="3041928"/>
            <a:ext cx="3598664" cy="23735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26272" y="5541526"/>
            <a:ext cx="359866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Deployment — configure application name, Docker image, version tag, target port, Git repo URL, and environment variables.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8889"/>
            <a:ext cx="1194911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06874"/>
            <a:ext cx="9227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55859"/>
            <a:ext cx="7591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&amp; Admin Console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59950"/>
            <a:ext cx="8284131" cy="3945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66071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Orchestration Hub — active ports, container status, and real-time telemetry at a glance.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43" y="3184207"/>
            <a:ext cx="4205168" cy="21340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38943" y="5573435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Administrative Control — system-wide monitoring showing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registered users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active global deployments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Works: The Blue-Green Shuffle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drop-offs guaranteed during every upgrade through strict container lifecycle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255514"/>
            <a:ext cx="12625030" cy="473749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4546" y="2462239"/>
            <a:ext cx="652135" cy="6521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03535" y="4842940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Cleanup</a:t>
            </a:r>
            <a:endParaRPr lang="en-US" sz="2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7120" y="2463462"/>
            <a:ext cx="652135" cy="65213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803678" y="4842940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Swivel</a:t>
            </a:r>
            <a:endParaRPr lang="en-US" sz="2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307" y="2463462"/>
            <a:ext cx="652135" cy="65213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416864" y="4842940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Health</a:t>
            </a:r>
            <a:endParaRPr lang="en-US" sz="23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493" y="2463462"/>
            <a:ext cx="652135" cy="65213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030050" y="4842940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Launch</a:t>
            </a:r>
            <a:endParaRPr lang="en-US" sz="23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3636" y="2463462"/>
            <a:ext cx="652135" cy="65213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591065" y="4842940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Active</a:t>
            </a:r>
            <a:endParaRPr lang="en-US" sz="2300" dirty="0"/>
          </a:p>
        </p:txBody>
      </p:sp>
      <p:sp>
        <p:nvSpPr>
          <p:cNvPr id="13" name="Text 5"/>
          <p:cNvSpPr/>
          <p:nvPr/>
        </p:nvSpPr>
        <p:spPr>
          <a:xfrm>
            <a:off x="793790" y="62481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orchestrator continuously pings the new container until it confirms stability, then instantly swivels the internal reverse proxy — users experience no interruption.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1853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4611" y="1694259"/>
            <a:ext cx="4319707" cy="1521500"/>
          </a:xfrm>
          <a:prstGeom prst="roundRect">
            <a:avLst>
              <a:gd name="adj" fmla="val 7212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51" y="1694259"/>
            <a:ext cx="91440" cy="152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4409" y="19154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84409" y="2399228"/>
            <a:ext cx="380869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+ Vite · Custom Vanilla CSS (Glassmorphism &amp; Gradients)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611" y="3389352"/>
            <a:ext cx="4319707" cy="1231463"/>
          </a:xfrm>
          <a:prstGeom prst="roundRect">
            <a:avLst>
              <a:gd name="adj" fmla="val 891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51" y="3389352"/>
            <a:ext cx="91440" cy="12314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4409" y="36105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984409" y="4094321"/>
            <a:ext cx="3808690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 5.x · Node </a:t>
            </a:r>
            <a:r>
              <a:rPr lang="en-US" sz="15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http-proxy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94611" y="4794409"/>
            <a:ext cx="4319707" cy="1223843"/>
          </a:xfrm>
          <a:prstGeom prst="roundRect">
            <a:avLst>
              <a:gd name="adj" fmla="val 896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51" y="4794409"/>
            <a:ext cx="91440" cy="12238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4409" y="50156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84409" y="5499378"/>
            <a:ext cx="380869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+ Mongoose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94611" y="6191845"/>
            <a:ext cx="4319707" cy="1223843"/>
          </a:xfrm>
          <a:prstGeom prst="roundRect">
            <a:avLst>
              <a:gd name="adj" fmla="val 896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51" y="6191845"/>
            <a:ext cx="91440" cy="12238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4409" y="64130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 &amp; Orchestration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984409" y="6896814"/>
            <a:ext cx="380869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+ bcryptjs · Native Docker Engine API</a:t>
            </a:r>
            <a:endParaRPr lang="en-US" sz="15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045" y="2023824"/>
            <a:ext cx="8437245" cy="5062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7106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API Reference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7571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 — </a:t>
            </a:r>
            <a:r>
              <a:rPr lang="en-US" sz="2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69025" y="2458403"/>
            <a:ext cx="6278166" cy="2918698"/>
          </a:xfrm>
          <a:prstGeom prst="roundRect">
            <a:avLst>
              <a:gd name="adj" fmla="val 112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7029" y="2601278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084195" y="2601278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71361" y="2601278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Register a new user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7029" y="3571637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84195" y="3571637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71361" y="3571637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Authenticate &amp; obtain JWT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97029" y="4541996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84195" y="4541996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71361" y="4541996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active user payload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90830" y="1875711"/>
            <a:ext cx="429970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Deployments — </a:t>
            </a:r>
            <a:r>
              <a:rPr lang="en-US" sz="2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/api/deployments</a:t>
            </a:r>
            <a:endParaRPr lang="en-US" sz="2150" dirty="0"/>
          </a:p>
        </p:txBody>
      </p:sp>
      <p:sp>
        <p:nvSpPr>
          <p:cNvPr id="15" name="Shape 13"/>
          <p:cNvSpPr/>
          <p:nvPr/>
        </p:nvSpPr>
        <p:spPr>
          <a:xfrm>
            <a:off x="7590830" y="2458403"/>
            <a:ext cx="6278166" cy="4874657"/>
          </a:xfrm>
          <a:prstGeom prst="roundRect">
            <a:avLst>
              <a:gd name="adj" fmla="val 67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834" y="2601278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906000" y="2601278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993166" y="2601278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all deployments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18834" y="3571637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906000" y="3571637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/:id/deploy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993166" y="3571637"/>
            <a:ext cx="1647825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 zero-downtime launch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18834" y="4888111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906000" y="4888111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/:id/stop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993166" y="4888111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halt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834" y="5527596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06000" y="5527596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/:id/logs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993166" y="5527596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SSE live log stream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18834" y="6497955"/>
            <a:ext cx="16478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06000" y="6497955"/>
            <a:ext cx="164782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993166" y="6497955"/>
            <a:ext cx="16478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Eradicate deployment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15779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Setup in 6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0568" y="1259443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1894403" y="1595676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59831" y="142244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Configure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59831" y="1747480"/>
            <a:ext cx="1047988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PORT=31234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90568" y="2354699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1894403" y="2690932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59831" y="2517696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 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9831" y="2842736"/>
            <a:ext cx="1047988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root directory.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90568" y="3449955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1894403" y="3786188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59831" y="3612952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Backend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9831" y="3937992"/>
            <a:ext cx="1047988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Engine active on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localhost:31234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90568" y="4545211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1894403" y="4881443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459831" y="4708208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 Frontend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9831" y="5033248"/>
            <a:ext cx="1047988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install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690568" y="5640467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20" name="Text 18"/>
          <p:cNvSpPr/>
          <p:nvPr/>
        </p:nvSpPr>
        <p:spPr>
          <a:xfrm>
            <a:off x="1894403" y="5976699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459831" y="580346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Frontend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59831" y="6128504"/>
            <a:ext cx="10479881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UI live at </a:t>
            </a: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690568" y="6735723"/>
            <a:ext cx="652105" cy="978098"/>
          </a:xfrm>
          <a:prstGeom prst="roundRect">
            <a:avLst>
              <a:gd name="adj" fmla="val 360014"/>
            </a:avLst>
          </a:prstGeom>
          <a:solidFill>
            <a:srgbClr val="3F4652"/>
          </a:solidFill>
          <a:ln/>
        </p:spPr>
      </p:sp>
      <p:sp>
        <p:nvSpPr>
          <p:cNvPr id="24" name="Text 22"/>
          <p:cNvSpPr/>
          <p:nvPr/>
        </p:nvSpPr>
        <p:spPr>
          <a:xfrm>
            <a:off x="1894403" y="7071955"/>
            <a:ext cx="24443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459831" y="6898719"/>
            <a:ext cx="224575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Enter Command Center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59831" y="7223760"/>
            <a:ext cx="10479881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Register an admin account and start executing deployments!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21331"/>
            <a:ext cx="7458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Tips &amp; License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170271"/>
            <a:ext cx="3664744" cy="2108954"/>
          </a:xfrm>
          <a:prstGeom prst="roundRect">
            <a:avLst>
              <a:gd name="adj" fmla="val 161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42756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⚡</a:t>
            </a: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Docker Memory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2925604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at least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4GB RAM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Docker Desktop when running multiple images.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170271"/>
            <a:ext cx="3664863" cy="2108954"/>
          </a:xfrm>
          <a:prstGeom prst="roundRect">
            <a:avLst>
              <a:gd name="adj" fmla="val 161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2427565"/>
            <a:ext cx="292429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🐋</a:t>
            </a: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Use Alpine Images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2925604"/>
            <a:ext cx="3150275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Prefer lightweight tags like </a:t>
            </a:r>
            <a:r>
              <a:rPr lang="en-US" sz="17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node:18-alpine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keep deployment times short.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506039"/>
            <a:ext cx="7556421" cy="1383149"/>
          </a:xfrm>
          <a:prstGeom prst="roundRect">
            <a:avLst>
              <a:gd name="adj" fmla="val 246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476333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🧹</a:t>
            </a: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Clean Images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5261372"/>
            <a:ext cx="704183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</a:t>
            </a:r>
            <a:r>
              <a:rPr lang="en-US" sz="17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periodically to clear orphaned images.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144339"/>
            <a:ext cx="7556421" cy="963811"/>
          </a:xfrm>
          <a:prstGeom prst="roundRect">
            <a:avLst>
              <a:gd name="adj" fmla="val 3530"/>
            </a:avLst>
          </a:prstGeom>
          <a:solidFill>
            <a:srgbClr val="08254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488430"/>
            <a:ext cx="283488" cy="2268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0906" y="6427827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License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Free to use, fork, and orchestrate!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555</Words>
  <Application>Microsoft Office PowerPoint</Application>
  <PresentationFormat>Custom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</vt:lpstr>
      <vt:lpstr>Calibri</vt:lpstr>
      <vt:lpstr>Consolas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ARJOO</dc:creator>
  <cp:lastModifiedBy>Arjoo Chaudhary</cp:lastModifiedBy>
  <cp:revision>2</cp:revision>
  <dcterms:created xsi:type="dcterms:W3CDTF">2026-04-10T14:06:57Z</dcterms:created>
  <dcterms:modified xsi:type="dcterms:W3CDTF">2026-04-10T14:25:51Z</dcterms:modified>
</cp:coreProperties>
</file>